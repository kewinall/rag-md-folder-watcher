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5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PowerPoint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Embedded Image OCR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48640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